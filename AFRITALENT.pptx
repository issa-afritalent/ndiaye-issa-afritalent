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71600" y="3978111"/>
            <a:ext cx="9448800" cy="1348032"/>
          </a:xfrm>
        </p:spPr>
        <p:txBody>
          <a:bodyPr/>
          <a:lstStyle/>
          <a:p>
            <a:r>
              <a:rPr lang="fr-FR" i="1" dirty="0" smtClean="0">
                <a:latin typeface="Algerian" panose="04020705040A02060702" pitchFamily="82" charset="0"/>
              </a:rPr>
              <a:t>AFRITALENT</a:t>
            </a:r>
            <a:endParaRPr lang="fr-FR" i="1" dirty="0">
              <a:latin typeface="Algerian" panose="04020705040A02060702" pitchFamily="82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86499" y="5957740"/>
            <a:ext cx="10433901" cy="900260"/>
          </a:xfrm>
        </p:spPr>
        <p:txBody>
          <a:bodyPr>
            <a:normAutofit/>
          </a:bodyPr>
          <a:lstStyle/>
          <a:p>
            <a:r>
              <a:rPr lang="fr-FR" sz="2800" i="1" dirty="0" smtClean="0">
                <a:latin typeface="Algerian" panose="04020705040A02060702" pitchFamily="82" charset="0"/>
              </a:rPr>
              <a:t>REALISE PAR ISSA NDIAYE</a:t>
            </a:r>
            <a:endParaRPr lang="fr-FR" sz="2800" i="1" dirty="0">
              <a:latin typeface="Algerian" panose="04020705040A02060702" pitchFamily="82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6448"/>
            <a:ext cx="12192000" cy="4065450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3611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36"/>
    </mc:Choice>
    <mc:Fallback>
      <p:transition spd="slow" advTm="48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heme/theme1.xml><?xml version="1.0" encoding="utf-8"?>
<a:theme xmlns:a="http://schemas.openxmlformats.org/drawingml/2006/main" name="Traînée de condensatio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TM04033937[[fn=Traînée de condensation]]</Template>
  <TotalTime>30</TotalTime>
  <Words>5</Words>
  <Application>Microsoft Office PowerPoint</Application>
  <PresentationFormat>Grand écran</PresentationFormat>
  <Paragraphs>2</Paragraphs>
  <Slides>1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Algerian</vt:lpstr>
      <vt:lpstr>Arial</vt:lpstr>
      <vt:lpstr>Century Gothic</vt:lpstr>
      <vt:lpstr>Traînée de condensation</vt:lpstr>
      <vt:lpstr>AFRITALENT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</dc:title>
  <dc:creator>X360 1040</dc:creator>
  <cp:lastModifiedBy>X360 1040</cp:lastModifiedBy>
  <cp:revision>2</cp:revision>
  <dcterms:created xsi:type="dcterms:W3CDTF">2026-06-15T21:08:04Z</dcterms:created>
  <dcterms:modified xsi:type="dcterms:W3CDTF">2026-06-15T21:38:36Z</dcterms:modified>
</cp:coreProperties>
</file>